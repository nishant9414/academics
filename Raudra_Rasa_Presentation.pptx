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Dhurandhar+2025+official+trailer" TargetMode="External"/><Relationship Id="rId3" Type="http://schemas.openxmlformats.org/officeDocument/2006/relationships/hyperlink" Target="https://www.youtube.com/results?search_query=Bajrangi+Bhaijaan+border+climax+scene" TargetMode="External"/><Relationship Id="rId4" Type="http://schemas.openxmlformats.org/officeDocument/2006/relationships/hyperlink" Target="https://www.youtube.com/results?search_query=Kabir+Singh+breakdown+scene" TargetMode="External"/><Relationship Id="rId5" Type="http://schemas.openxmlformats.org/officeDocument/2006/relationships/hyperlink" Target="https://www.youtube.com/results?search_query=Dangal+training+scene+Aamir+Khan" TargetMode="External"/><Relationship Id="rId6" Type="http://schemas.openxmlformats.org/officeDocument/2006/relationships/hyperlink" Target="https://www.youtube.com/results?search_query=RRR+interval+fight+scene" TargetMode="External"/><Relationship Id="rId7" Type="http://schemas.openxmlformats.org/officeDocument/2006/relationships/hyperlink" Target="https://www.youtube.com/results?search_query=Raudra+Rasa+Natyashastra+explaine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3657600" cy="530352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19"/>
            <a:ext cx="3474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Lord Shiva / Rudra (fierce form)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Search: 'Nataraja Shiva painting' on Wikimedia Commons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7589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4400" b="1" i="0">
                <a:solidFill>
                  <a:srgbClr val="B20000"/>
                </a:solidFill>
              </a:rPr>
              <a:t>RAUDRA RASA</a:t>
            </a:r>
          </a:p>
          <a:p>
            <a:pPr algn="l">
              <a:spcBef>
                <a:spcPts val="400"/>
              </a:spcBef>
            </a:pPr>
            <a:r>
              <a:rPr sz="2600" b="0" i="1">
                <a:solidFill>
                  <a:srgbClr val="FF9900"/>
                </a:solidFill>
              </a:rPr>
              <a:t>The Rasa of Anger &amp; Fury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FFFFFF"/>
                </a:solidFill>
              </a:rPr>
              <a:t>In Indian Aesthetics &amp; Bollywood Cinema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DDDDDD"/>
                </a:solidFill>
              </a:rPr>
              <a:t>with special focus on Dhurandhar (2025)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AAAAAA"/>
                </a:solidFill>
              </a:rPr>
              <a:t>Based on Bharata's Nāṭyaśāstra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WHAT IS RAUDRA RASA?  (The Feeling of Anger)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6858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</a:rPr>
              <a:t>Rasa = Feeling / Emotion</a:t>
            </a:r>
          </a:p>
          <a:p>
            <a:r>
              <a:rPr sz="1500" b="1">
                <a:solidFill>
                  <a:srgbClr val="FF9900"/>
                </a:solidFill>
              </a:rPr>
              <a:t>Raudra = Fierce, Furious, Stormy</a:t>
            </a:r>
          </a:p>
          <a:p>
            <a:r>
              <a:rPr sz="1500" b="0">
                <a:solidFill>
                  <a:srgbClr val="FFFFFF"/>
                </a:solidFill>
              </a:rPr>
              <a:t/>
            </a:r>
          </a:p>
          <a:p>
            <a:r>
              <a:rPr sz="1500" b="1">
                <a:solidFill>
                  <a:srgbClr val="FF9900"/>
                </a:solidFill>
              </a:rPr>
              <a:t>📌 Core Emotion (Sthayi Bhava): KRODHA (Anger)</a:t>
            </a:r>
          </a:p>
          <a:p>
            <a:r>
              <a:rPr sz="1500" b="0">
                <a:solidFill>
                  <a:srgbClr val="FFFFFF"/>
                </a:solidFill>
              </a:rPr>
              <a:t/>
            </a:r>
          </a:p>
          <a:p>
            <a:r>
              <a:rPr sz="1500" b="1">
                <a:solidFill>
                  <a:srgbClr val="FF9900"/>
                </a:solidFill>
              </a:rPr>
              <a:t>What causes it?</a:t>
            </a:r>
          </a:p>
          <a:p>
            <a:r>
              <a:rPr sz="1500" b="0">
                <a:solidFill>
                  <a:srgbClr val="FFFFFF"/>
                </a:solidFill>
              </a:rPr>
              <a:t>  •  Being insulted or humiliated</a:t>
            </a:r>
          </a:p>
          <a:p>
            <a:r>
              <a:rPr sz="1500" b="0">
                <a:solidFill>
                  <a:srgbClr val="FFFFFF"/>
                </a:solidFill>
              </a:rPr>
              <a:t>  •  Seeing injustice or cruelty</a:t>
            </a:r>
          </a:p>
          <a:p>
            <a:r>
              <a:rPr sz="1500" b="0">
                <a:solidFill>
                  <a:srgbClr val="FFFFFF"/>
                </a:solidFill>
              </a:rPr>
              <a:t>  •  Betrayal by someone trusted</a:t>
            </a:r>
          </a:p>
          <a:p>
            <a:r>
              <a:rPr sz="1500" b="0">
                <a:solidFill>
                  <a:srgbClr val="FFFFFF"/>
                </a:solidFill>
              </a:rPr>
              <a:t>  •  Oppression of the weak</a:t>
            </a:r>
          </a:p>
          <a:p>
            <a:r>
              <a:rPr sz="1500" b="0">
                <a:solidFill>
                  <a:srgbClr val="FFFFFF"/>
                </a:solidFill>
              </a:rPr>
              <a:t/>
            </a:r>
          </a:p>
          <a:p>
            <a:r>
              <a:rPr sz="1500" b="1">
                <a:solidFill>
                  <a:srgbClr val="FF9900"/>
                </a:solidFill>
              </a:rPr>
              <a:t>How it looks (Anubhava):</a:t>
            </a:r>
          </a:p>
          <a:p>
            <a:r>
              <a:rPr sz="1500" b="0">
                <a:solidFill>
                  <a:srgbClr val="FFFFFF"/>
                </a:solidFill>
              </a:rPr>
              <a:t>  •  Red / bloodshot eyes</a:t>
            </a:r>
          </a:p>
          <a:p>
            <a:r>
              <a:rPr sz="1500" b="0">
                <a:solidFill>
                  <a:srgbClr val="FFFFFF"/>
                </a:solidFill>
              </a:rPr>
              <a:t>  •  Loud, harsh voice</a:t>
            </a:r>
          </a:p>
          <a:p>
            <a:r>
              <a:rPr sz="1500" b="0">
                <a:solidFill>
                  <a:srgbClr val="FFFFFF"/>
                </a:solidFill>
              </a:rPr>
              <a:t>  •  Shaking hands and body</a:t>
            </a:r>
          </a:p>
          <a:p>
            <a:r>
              <a:rPr sz="1500" b="0">
                <a:solidFill>
                  <a:srgbClr val="FFFFFF"/>
                </a:solidFill>
              </a:rPr>
              <a:t>  •  Aggressive posture</a:t>
            </a:r>
          </a:p>
          <a:p>
            <a:r>
              <a:rPr sz="1500" b="0">
                <a:solidFill>
                  <a:srgbClr val="FFFFFF"/>
                </a:solidFill>
              </a:rPr>
              <a:t/>
            </a:r>
          </a:p>
          <a:p>
            <a:r>
              <a:rPr sz="1500" b="1">
                <a:solidFill>
                  <a:srgbClr val="FF9900"/>
                </a:solidFill>
              </a:rPr>
              <a:t>🔥 It is NOT just violence —</a:t>
            </a:r>
          </a:p>
          <a:p>
            <a:r>
              <a:rPr sz="1500" b="0">
                <a:solidFill>
                  <a:srgbClr val="FFFFFF"/>
                </a:solidFill>
              </a:rPr>
              <a:t>    it is RIGHTEOUS, MORAL anger.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731520"/>
            <a:ext cx="4297680" cy="292608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822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Angry warrior / fierce deity painting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Wikimedia: 'Mahishasura Mardini' or 'Durga battle'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840480"/>
            <a:ext cx="4297680" cy="237744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393192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Abhinavagupta or Natya Shastra manuscript page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Search Wikimedia Commons: 'Natyashastra manuscript'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WHERE DOES IT COME FROM?  — Classical Roots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114800" cy="530352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3931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Bharata Muni illustration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Search: 'Bharata Muni Natyashastra painting'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731520"/>
            <a:ext cx="71323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9900"/>
                </a:solidFill>
              </a:rPr>
              <a:t>📖  Bharata's Nāṭyaśāstra (2nd century BCE)</a:t>
            </a:r>
          </a:p>
          <a:p>
            <a:r>
              <a:rPr sz="1400" b="0">
                <a:solidFill>
                  <a:srgbClr val="FFFFFF"/>
                </a:solidFill>
              </a:rPr>
              <a:t/>
            </a:r>
          </a:p>
          <a:p>
            <a:r>
              <a:rPr sz="1400" b="0">
                <a:solidFill>
                  <a:srgbClr val="FFFFFF"/>
                </a:solidFill>
              </a:rPr>
              <a:t>The oldest book on Indian drama &amp; aesthetics.</a:t>
            </a:r>
          </a:p>
          <a:p>
            <a:r>
              <a:rPr sz="1400" b="0">
                <a:solidFill>
                  <a:srgbClr val="FFFFFF"/>
                </a:solidFill>
              </a:rPr>
              <a:t>It defines 9 Rasas (emotions) for art.</a:t>
            </a:r>
          </a:p>
          <a:p>
            <a:r>
              <a:rPr sz="1400" b="0">
                <a:solidFill>
                  <a:srgbClr val="FFFFFF"/>
                </a:solidFill>
              </a:rPr>
              <a:t>Raudra is the 4th Rasa.</a:t>
            </a:r>
          </a:p>
          <a:p>
            <a:r>
              <a:rPr sz="1400" b="0">
                <a:solidFill>
                  <a:srgbClr val="FFFFFF"/>
                </a:solidFill>
              </a:rPr>
              <a:t/>
            </a:r>
          </a:p>
          <a:p>
            <a:r>
              <a:rPr sz="1400" b="1">
                <a:solidFill>
                  <a:srgbClr val="FF9900"/>
                </a:solidFill>
              </a:rPr>
              <a:t>🕉️  Its deity is RUDRA (fierce form of Shiva)</a:t>
            </a:r>
          </a:p>
          <a:p>
            <a:r>
              <a:rPr sz="1400" b="1">
                <a:solidFill>
                  <a:srgbClr val="FF9900"/>
                </a:solidFill>
              </a:rPr>
              <a:t>Its colour is RED (रक्त वर्ण)</a:t>
            </a:r>
          </a:p>
          <a:p>
            <a:r>
              <a:rPr sz="1400" b="0">
                <a:solidFill>
                  <a:srgbClr val="FFFFFF"/>
                </a:solidFill>
              </a:rPr>
              <a:t/>
            </a:r>
          </a:p>
          <a:p>
            <a:r>
              <a:rPr sz="1400" b="1">
                <a:solidFill>
                  <a:srgbClr val="FF9900"/>
                </a:solidFill>
              </a:rPr>
              <a:t>Famous examples in classical texts:</a:t>
            </a:r>
          </a:p>
          <a:p>
            <a:r>
              <a:rPr sz="1400" b="0">
                <a:solidFill>
                  <a:srgbClr val="FFFFFF"/>
                </a:solidFill>
              </a:rPr>
              <a:t>  •  Duryodhana's rage in Mahabharata</a:t>
            </a:r>
          </a:p>
          <a:p>
            <a:r>
              <a:rPr sz="1400" b="0">
                <a:solidFill>
                  <a:srgbClr val="FFFFFF"/>
                </a:solidFill>
              </a:rPr>
              <a:t>  •  Parashurama's fury against Kshatriyas</a:t>
            </a:r>
          </a:p>
          <a:p>
            <a:r>
              <a:rPr sz="1400" b="0">
                <a:solidFill>
                  <a:srgbClr val="FFFFFF"/>
                </a:solidFill>
              </a:rPr>
              <a:t>  •  Kali destroying demons in Devi Mahatmya</a:t>
            </a:r>
          </a:p>
          <a:p>
            <a:r>
              <a:rPr sz="1400" b="0">
                <a:solidFill>
                  <a:srgbClr val="FFFFFF"/>
                </a:solidFill>
              </a:rPr>
              <a:t/>
            </a:r>
          </a:p>
          <a:p>
            <a:r>
              <a:rPr sz="1400" b="1">
                <a:solidFill>
                  <a:srgbClr val="FF9900"/>
                </a:solidFill>
              </a:rPr>
              <a:t>Key point:</a:t>
            </a:r>
          </a:p>
          <a:p>
            <a:r>
              <a:rPr sz="1400" b="0">
                <a:solidFill>
                  <a:srgbClr val="FFFFFF"/>
                </a:solidFill>
              </a:rPr>
              <a:t>Raudra anger has a CAUSE and a PURPOSE.</a:t>
            </a:r>
          </a:p>
          <a:p>
            <a:r>
              <a:rPr sz="1400" b="0">
                <a:solidFill>
                  <a:srgbClr val="FFFFFF"/>
                </a:solidFill>
              </a:rPr>
              <a:t>Pure cruelty is NOT Raudra — it is Bībhatsa (disgust).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</a:rPr>
              <a:t>THE LANGUAGE OF RAUDRA  — How anger sounds in poetry &amp; dialogue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5577840" cy="41148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04088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</a:rPr>
              <a:t>In Classical Poetry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Sharp, hard-sounding words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Short punchy sentences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Oaths and vows ('I will not rest until…')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Fire / storm / blood imagery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Commands: 'Stop!', 'Look at me!', 'Today ends here!'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685800"/>
            <a:ext cx="5577840" cy="41148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704088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</a:rPr>
              <a:t>In Bollywood Dialogues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'Aaj ke baad tera naam lena bandh kar!'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'Mere aur tere beech yeh khatam nahi hoga!'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'Tujhe pata nahi main kya kar sakta hoon!'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Silence before explosion = most powerful Raudra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Voice drops LOW before the biggest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394960"/>
            <a:ext cx="11430000" cy="118872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📜  Famous Raudra line: 'Rakte hi Rakte hai har taraf…' — suggest adding a still from an intense Bollywood courtroom/confrontation scene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Use official movie press-kit image or screengrab (with credit)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HOW RAUDRA LOOKS ON SCREEN  — Visual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749039" cy="23774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🎥  Close-up on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Camera slowly zooms into the hero's eyes just before explosion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777240"/>
            <a:ext cx="3749039" cy="23774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8686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🔴  RED Lighting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3716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Red/orange tones = danger, anger, blood — used in action climax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777240"/>
            <a:ext cx="3749039" cy="23774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8686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✂️  Fast Editing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Rapid cuts during the fight = audience feels the fury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3749039" cy="23774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🔊  Sound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23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Heavy bass, metallic beats, SILENCE just before strike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429000"/>
            <a:ext cx="3749039" cy="23774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35204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🎭  Body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4023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Clenched jaw, stillness THEN sudden burst = most fearful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429000"/>
            <a:ext cx="3749039" cy="23774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🌑  Dark Costume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Hero often in black/red during Raudra peak scenes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DHURANDHAR (2025)  — Raudra Rasa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5029200" cy="320040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Dhurandhar (2025) — Official Poster / Still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Source: Netflix / official press 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069080"/>
            <a:ext cx="5029200" cy="246888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Ranveer Singh / lead actor — intense close-up still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Source: official movie stills / press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713232"/>
            <a:ext cx="6309360" cy="582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About the film: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Action-thriller. A man pushed to his limits seeks justice against powerful enemies.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9900"/>
                </a:solidFill>
              </a:rPr>
              <a:t>Raudra Journey in the story: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Step 1 — Hero is humiliated / family harmed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Step 2 — He suppresses rage (slow burn)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Step 3 — A breaking point triggers explosion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Step 4 — He confronts enemies with full fury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Step 5 — Moral cost: Was the anger worth it?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9900"/>
                </a:solidFill>
              </a:rPr>
              <a:t>Literary/Poetic Layer: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Dialogues use vow-like, oath structures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Repetition of 'aaj' (today) = urgency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Adversarial address: 'TUM ne galti ki'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9900"/>
                </a:solidFill>
              </a:rPr>
              <a:t>Visual Layer: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High-contrast red-black frames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Percussion + silence pattern in BGM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Kinetic handheld camera in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🎬  WATCH THESE — Video Examples of Raudra Rasa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5669280" cy="16916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82295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hlinkClick r:id="rId2"/>
              </a:rPr>
              <a:t>▶  1. Dhurandhar — Official Trailer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CCCCCC"/>
                </a:solidFill>
              </a:rPr>
              <a:t>Best moment 1:20–1:50 — Ranveer's rage monologue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49808"/>
            <a:ext cx="5669280" cy="16916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5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hlinkClick r:id="rId3"/>
              </a:rPr>
              <a:t>▶  2. Bajrangi Bhaijaan — Climax Confrontation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4416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CCCCCC"/>
                </a:solidFill>
              </a:rPr>
              <a:t>Salman Khan's silent fury (Raudra through stillness)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70048"/>
            <a:ext cx="5669280" cy="16916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43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hlinkClick r:id="rId4"/>
              </a:rPr>
              <a:t>▶  3. Kabir Singh — Breakdown Scene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6440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CCCCCC"/>
                </a:solidFill>
              </a:rPr>
              <a:t>Rage driven by betrayal — negative/tragic Raudra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70048"/>
            <a:ext cx="5669280" cy="16916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hlinkClick r:id="rId5"/>
              </a:rPr>
              <a:t>▶  4. Dangal — Aamir Khan Training Rage 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6440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CCCCCC"/>
                </a:solidFill>
              </a:rPr>
              <a:t>Righteous Raudra — father's anger as determination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90288"/>
            <a:ext cx="5669280" cy="16916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663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hlinkClick r:id="rId6"/>
              </a:rPr>
              <a:t>▶  5. RRR — Interval Fight Scene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18464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CCCCCC"/>
                </a:solidFill>
              </a:rPr>
              <a:t>Epic Raudra — body, sound, colour all aligned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90288"/>
            <a:ext cx="5669280" cy="169164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hlinkClick r:id="rId7"/>
              </a:rPr>
              <a:t>▶  6. Nāṭyaśāstra Lecture — Raudra Rasa Explained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18464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CCCCCC"/>
                </a:solidFill>
              </a:rPr>
              <a:t>Academic background for the theory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AAAAAA"/>
                </a:solidFill>
              </a:rPr>
              <a:t>💡  Click links to open search results. Replace with direct video URLs once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</a:rPr>
              <a:t>📷  IMAGE GUIDE — Where to Find Free Images for Each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Slide 1 &amp; 3 — Shiva / Rudra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79552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commons.wikimedia.org  → search 'Nataraja bronze'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7048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Slide 2 — Angry warrior / deity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727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commons.wikimedia.org  → 'Mahishasura Mardini painting'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04288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5000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Slide 3 — Nāṭyaśāstra manuscript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3500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commons.wikimedia.org  → 'Natyashastra palm leaf'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81527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27247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Slide 6 — Dhurandhar poster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127247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Netflix press kit OR Google Images → 'Dhurandhar 2025 poster' (fair-use academic)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58768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04487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Slide 6 — Ranveer Singh still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904487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Official movie social media / press release (credit: Netflix/Maddock Films)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36008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8172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All slides — fire/red abstract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68172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Unsplash.com  → search 'fire abstract red'  (free license)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413248"/>
            <a:ext cx="5029200" cy="658368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45896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General Raudra mood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4589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Pexels.com   → 'anger', 'fire', 'storm', 'red warrior'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MORE BOLLYWOOD EXAMPLES OF RAUDRA RASA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256032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22376"/>
            <a:ext cx="2468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Film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713232"/>
            <a:ext cx="411480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722376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Type of Raudra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713232"/>
            <a:ext cx="502920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72237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Key Scene / Visual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256032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21615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9900"/>
                </a:solidFill>
              </a:rPr>
              <a:t>Animal (2023)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170432"/>
            <a:ext cx="411480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121615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Negative Raudra — rage without morality = tragedy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170432"/>
            <a:ext cx="502920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8" y="1216152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Ranbir's explosion scene, red color grading throughout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39112"/>
            <a:ext cx="256032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084831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9900"/>
                </a:solidFill>
              </a:rPr>
              <a:t>Jawan (2023)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039112"/>
            <a:ext cx="411480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0088" y="2084831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Righteous Raudra — anger against system corruption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039112"/>
            <a:ext cx="502920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2084831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Shah Rukh Khan's monologue in court / hospital scene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07791"/>
            <a:ext cx="256032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2953511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9900"/>
                </a:solidFill>
              </a:rPr>
              <a:t>Pathaan (2023)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907791"/>
            <a:ext cx="411480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2953511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Patriotic Raudra — national anger against terrorism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907791"/>
            <a:ext cx="502920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6328" y="2953511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Action sequences with kinetic fury; dark color palette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76472"/>
            <a:ext cx="256032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822191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9900"/>
                </a:solidFill>
              </a:rPr>
              <a:t>Dhurandhar (2025)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776472"/>
            <a:ext cx="411480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0088" y="3822191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Personal + Moral Raudra — injustice becomes mission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776472"/>
            <a:ext cx="502920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96328" y="3822191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Trailer: controlled rage, explosive confrontation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45152"/>
            <a:ext cx="256032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469087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9900"/>
                </a:solidFill>
              </a:rPr>
              <a:t>12th Fail (2023)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645152"/>
            <a:ext cx="411480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8" y="469087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Quiet Raudra — suppressed anger at unfair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645152"/>
            <a:ext cx="5029200" cy="777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6328" y="4690872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No action, but deep emotional burn — Raudra internalized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13832"/>
            <a:ext cx="256032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555955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9900"/>
                </a:solidFill>
              </a:rPr>
              <a:t>Fighter (2024)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5513832"/>
            <a:ext cx="411480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0088" y="555955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Warrior Raudra — duty-driven fury in battle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5513832"/>
            <a:ext cx="5029200" cy="7772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96328" y="5559552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Air combat sequences; anthemic rage, red dawn imagery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</a:rPr>
              <a:t>HOW IS RAUDRA DIFFERENT FROM OTHER RASAS?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228600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22376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Rasa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713232"/>
            <a:ext cx="274320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722376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713232"/>
            <a:ext cx="228600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722376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Colour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713232"/>
            <a:ext cx="4114800" cy="384048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722376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</a:rPr>
              <a:t>In simple 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70432"/>
            <a:ext cx="2286000" cy="82296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2618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RAUDRA 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170432"/>
            <a:ext cx="2743200" cy="82296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2618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Anger / Fury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170432"/>
            <a:ext cx="2286000" cy="82296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8" y="12618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170432"/>
            <a:ext cx="4114800" cy="82296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12618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Righteous 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084832"/>
            <a:ext cx="22860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1762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VIRA  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084832"/>
            <a:ext cx="27432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21762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Heroism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084832"/>
            <a:ext cx="22860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0408" y="21762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Saffron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084832"/>
            <a:ext cx="41148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762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Courage &amp; determination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999232"/>
            <a:ext cx="22860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0906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KARUNA 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2999232"/>
            <a:ext cx="27432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5768" y="30906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Compassion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999232"/>
            <a:ext cx="22860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30906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Blue/Grey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999232"/>
            <a:ext cx="41148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7848" y="30906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Sadness for others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13632"/>
            <a:ext cx="22860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40050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BIBHATSA 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3913632"/>
            <a:ext cx="27432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5768" y="40050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Disgust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913632"/>
            <a:ext cx="22860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0408" y="40050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Blue-Black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3913632"/>
            <a:ext cx="4114800" cy="82296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848" y="40050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Cruel, senseless violence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28032"/>
            <a:ext cx="22860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" y="49194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9900"/>
                </a:solidFill>
              </a:rPr>
              <a:t>BHAYANAKA 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4828032"/>
            <a:ext cx="27432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491947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Fear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828032"/>
            <a:ext cx="22860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49194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Black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4828032"/>
            <a:ext cx="4114800" cy="8229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27848" y="49194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Dread and terror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5989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1">
                <a:solidFill>
                  <a:srgbClr val="FF9900"/>
                </a:solidFill>
              </a:rPr>
              <a:t>💡  Key Insight:  Raudra becomes Vira when channelled into heroic action.
Raudra becomes Bibhatsa when anger turns cruel with no moral purpose.</a:t>
            </a:r>
            <a:br/>
            <a:r>
              <a:t>Raudra becomes Bibhatsa when anger turns cruel with no moral purpose.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4552" cy="36576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572000" cy="5394960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📷 Shiva in Tandava / warrior in triumph pose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Wikimedia Commons: 'Shiva Tandava' sculpture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822960"/>
            <a:ext cx="6766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Raudra Rasa is one of the most powerful emotions in Indian art.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9900"/>
                </a:solidFill>
              </a:rPr>
              <a:t>✅  It is not simply violence — it is ANGER WITH A PURPOSE.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9900"/>
                </a:solidFill>
              </a:rPr>
              <a:t>✅  In classical texts, Raudra was shown through fierce deities,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   warriors, and righteous heroes.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9900"/>
                </a:solidFill>
              </a:rPr>
              <a:t>✅  In modern Bollywood (Dhurandhar, Animal, Jawan, RRR),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   filmmakers use the same formula: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   Injustice → Suppressed Rage → Explosion → Consequence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9900"/>
                </a:solidFill>
              </a:rPr>
              <a:t>✅  The best films ask: Was the anger worth it?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   That moral question is what makes Raudra ART.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9900"/>
                </a:solidFill>
              </a:rPr>
              <a:t>🔴  Remember: Raudra = Red + Rudra + Rage + Righteousness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5600" b="1" i="0">
                <a:solidFill>
                  <a:srgbClr val="B20000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400" b="0" i="1">
                <a:solidFill>
                  <a:srgbClr val="FF9900"/>
                </a:solidFill>
              </a:rPr>
              <a:t>Raudra Rasa — The Beautiful Fury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FF9900"/>
                </a:solidFill>
              </a:rPr>
              <a:t>References:</a:t>
            </a:r>
          </a:p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Bharata Muni — Nāṭyaśāstra  |  Abhinavagupta — Abhinavabhāratī</a:t>
            </a:r>
          </a:p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Films: Dhurandhar (2025), Animal (2023), Jawan (2023), RRR (2022), Dangal (2016)</a:t>
            </a:r>
          </a:p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Images: Wikimedia Commons, Unsplash, Pexels (free use)  |  Video: YouTube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